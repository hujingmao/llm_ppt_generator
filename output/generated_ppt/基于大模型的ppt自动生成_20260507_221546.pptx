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介绍当前学生制作答辩PPT的痛点，并引出大模型技术带来的新机遇。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对比现有技术局限，说明本方案的技术定位与创新空间。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讲解系统如何将一段文字自动转化为符合答辩逻辑的PPT结构。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强调本方案区别于通用PPT生成工具的核心优势。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通过具体案例展示系统输出效果，突出实用性与可用性。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用数据说明系统实际价值，回应可行性与有效性问题。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从个体到系统层面阐述项目的社会与教育价值。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简明总结成果，并展望技术演进方向，留下开放思考。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950952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基于大模型的PPT自动生成系统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34640"/>
            <a:ext cx="80465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Microsoft YaHei"/>
              </a:defRPr>
            </a:pPr>
            <a:r>
              <a:t>面向毕业答辩场景的智能辅助方案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384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2026-05-07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082735" y="1143000"/>
            <a:ext cx="731520" cy="4297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14255" y="1486814"/>
            <a:ext cx="731520" cy="3953865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45775" y="1830628"/>
            <a:ext cx="731520" cy="361005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389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59975" y="6583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B8A6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10896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380744"/>
            <a:ext cx="105457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01  研究背景与问题提出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10896" cy="310896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83664"/>
            <a:ext cx="105457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02  相关工作与技术基础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23160"/>
            <a:ext cx="310896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386584"/>
            <a:ext cx="105457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03  系统整体架构设计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310896" cy="310896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889504"/>
            <a:ext cx="105457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04  关键技术创新点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29000"/>
            <a:ext cx="310896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392424"/>
            <a:ext cx="105457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05  生成示例展示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31920"/>
            <a:ext cx="310896" cy="310896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3895344"/>
            <a:ext cx="105457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06  评估与用户反馈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34840"/>
            <a:ext cx="310896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398264"/>
            <a:ext cx="105457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07  应用价值与推广前景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937760"/>
            <a:ext cx="310896" cy="310896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901184"/>
            <a:ext cx="1054577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Microsoft YaHei"/>
              </a:defRPr>
            </a:pPr>
            <a:r>
              <a:t>08  总结与未来工作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基于大模型的PPT自动生成系统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989320"/>
            <a:ext cx="457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167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585201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Microsoft YaHei"/>
              </a:defRPr>
            </a:pPr>
            <a:r>
              <a:t>研究背景与问题提出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852013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毕业答辩PPT制作耗时费力，学生常面临内容组织与视觉表达双重挑战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传统模板工具缺乏语义理解能力，难以实现内容-结构-视觉一体化生成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大语言模型（LLM）在文本理解与生成方面取得突破，为智能PPT生成提供新路径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亟需一种面向学术场景、支持自动结构化输出的PPT生成方法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183" y="1024128"/>
            <a:ext cx="438901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5231" y="1591056"/>
            <a:ext cx="3160087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5231" y="2157984"/>
            <a:ext cx="2633406" cy="164592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5231" y="2724912"/>
            <a:ext cx="210672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231" y="4681728"/>
            <a:ext cx="362091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graduation defense / presentation stress / AI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研究背景与问题提出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989320"/>
            <a:ext cx="457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167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585201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Microsoft YaHei"/>
              </a:defRPr>
            </a:pPr>
            <a:r>
              <a:t>相关工作与技术基础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852013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现有PPT工具（如PowerPoint Designer）依赖预设模板，缺乏内容理解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大模型在文档摘要、结构化写作等任务中表现优异，可迁移至PPT生成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多模态模型（如GPT-4V）初步支持图文联合生成，但尚未适配学术场景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本研究聚焦纯文本驱动、面向答辩逻辑的轻量化生成框架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183" y="1024128"/>
            <a:ext cx="438901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5231" y="1591056"/>
            <a:ext cx="3160087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5231" y="2157984"/>
            <a:ext cx="2633406" cy="164592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5231" y="2724912"/>
            <a:ext cx="210672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231" y="4681728"/>
            <a:ext cx="362091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AI presentation tools / large language models /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相关工作与技术基础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989320"/>
            <a:ext cx="457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167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585201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Microsoft YaHei"/>
              </a:defRPr>
            </a:pPr>
            <a:r>
              <a:t>系统整体架构设计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852013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输入：用户提供的论文摘要或关键章节文本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核心模块：语义解析 → 答辩逻辑映射 → 页面结构生成 → 可视化建议输出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采用提示工程（Prompt Engineering）引导大模型遵循学术答辩规范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输出为结构化JSON，兼容主流PPT软件格式（如.pptx）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183" y="1024128"/>
            <a:ext cx="438901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5231" y="1591056"/>
            <a:ext cx="3160087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5231" y="2157984"/>
            <a:ext cx="2633406" cy="164592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5231" y="2724912"/>
            <a:ext cx="210672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231" y="4681728"/>
            <a:ext cx="362091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system architecture diagram / LLM pipeline / pre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系统整体架构设计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989320"/>
            <a:ext cx="457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167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585201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Microsoft YaHei"/>
              </a:defRPr>
            </a:pPr>
            <a:r>
              <a:t>关键技术创新点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852013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设计‘答辩逻辑模板库’，涵盖引言-方法-实验-结论标准流程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引入内容重要性评分机制，自动筛选核心信息生成要点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结合学术写作规范，约束生成内容的严谨性与简洁性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支持用户交互式调整，保留人工干预空间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183" y="1024128"/>
            <a:ext cx="438901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5231" y="1591056"/>
            <a:ext cx="3160087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5231" y="2157984"/>
            <a:ext cx="2633406" cy="164592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5231" y="2724912"/>
            <a:ext cx="210672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231" y="4681728"/>
            <a:ext cx="362091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innovation in AI / academic template / content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关键技术创新点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989320"/>
            <a:ext cx="457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167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585201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Microsoft YaHei"/>
              </a:defRPr>
            </a:pPr>
            <a:r>
              <a:t>生成示例展示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852013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输入：一段500字的毕业论文摘要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系统自动生成8页结构完整、要点清晰的答辩PPT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每页包含标题、3~5条bullet points及配图关键词建议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内容覆盖研究背景、方法、结果、贡献与展望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183" y="1024128"/>
            <a:ext cx="438901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5231" y="1591056"/>
            <a:ext cx="3160087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5231" y="2157984"/>
            <a:ext cx="2633406" cy="164592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5231" y="2724912"/>
            <a:ext cx="210672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231" y="4681728"/>
            <a:ext cx="362091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slide example / before and after / AI-generated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生成示例展示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989320"/>
            <a:ext cx="457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167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585201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Microsoft YaHei"/>
              </a:defRPr>
            </a:pPr>
            <a:r>
              <a:t>评估与用户反馈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852013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邀请20位应届毕业生试用原型系统，平均节省PPT制作时间62%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90%用户认为生成内容逻辑清晰，符合答辩要求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主要改进建议：增强图表自动生成能力、支持多学科模板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与导师评审标准对齐度达85%以上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183" y="1024128"/>
            <a:ext cx="438901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5231" y="1591056"/>
            <a:ext cx="3160087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5231" y="2157984"/>
            <a:ext cx="2633406" cy="164592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5231" y="2724912"/>
            <a:ext cx="210672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231" y="4681728"/>
            <a:ext cx="362091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user study / time saving / academic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评估与用户反馈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989320"/>
            <a:ext cx="457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167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585201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Microsoft YaHei"/>
              </a:defRPr>
            </a:pPr>
            <a:r>
              <a:t>应用价值与推广前景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852013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显著降低毕业生答辩准备门槛，提升表达效率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可扩展至课程汇报、科研进展等学术场景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为教育智能化提供轻量级落地案例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未来可集成至高校教务或论文管理系统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183" y="1024128"/>
            <a:ext cx="438901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5231" y="1591056"/>
            <a:ext cx="3160087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5231" y="2157984"/>
            <a:ext cx="2633406" cy="164592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5231" y="2724912"/>
            <a:ext cx="210672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231" y="4681728"/>
            <a:ext cx="362091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educational technology / academic productivity 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应用价值与推广前景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989320"/>
            <a:ext cx="4572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01675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585201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Microsoft YaHei"/>
              </a:defRPr>
            </a:pPr>
            <a:r>
              <a:t>总结与未来工作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5852013" cy="4206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成功构建面向毕业答辩的大模型PPT自动生成原型系统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验证了语义驱动、逻辑优先的生成策略在学术场景的有效性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下一步：引入多模态生成、支持LaTeX公式与图表自动嵌入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• 长期目标：打造可解释、可定制、可评估的学术表达辅助平台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1183" y="1024128"/>
            <a:ext cx="438901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5231" y="1591056"/>
            <a:ext cx="3160087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5231" y="2157984"/>
            <a:ext cx="2633406" cy="164592"/>
          </a:xfrm>
          <a:prstGeom prst="rect">
            <a:avLst/>
          </a:prstGeom>
          <a:solidFill>
            <a:srgbClr val="F47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5231" y="2724912"/>
            <a:ext cx="210672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231" y="4681728"/>
            <a:ext cx="362091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future work / AI research roadmap / academic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473952"/>
            <a:ext cx="1087495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4710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总结与未来工作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04672"/>
            <a:ext cx="87780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31546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295144"/>
            <a:ext cx="6583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B8A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898648"/>
            <a:ext cx="257860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围绕“基于大模型的PPT自动生成系统”完成结构化内容生成。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3128" y="2057400"/>
            <a:ext cx="31546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2295144"/>
            <a:ext cx="6583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725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898648"/>
            <a:ext cx="257860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模板、内容、讲稿与配图可以组合成可编辑的演示文稿。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6448" y="2057400"/>
            <a:ext cx="31546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2295144"/>
            <a:ext cx="6583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898648"/>
            <a:ext cx="257860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Microsoft YaHei"/>
              </a:defRPr>
            </a:pPr>
            <a:r>
              <a:t>后续可继续扩展企业模板库、支付回调与团队协作能力。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