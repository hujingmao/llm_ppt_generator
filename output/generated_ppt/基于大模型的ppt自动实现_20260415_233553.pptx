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从学生实际痛点出发，引出利用大模型解决PPT自动生成的必要性与可行性。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综述现有工具与研究，明确本工作的创新点在于端到端、结构感知的PPT生成。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介绍系统架构，强调从非结构化文本到结构化幻灯片的转换逻辑。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详细说明如何利用大模型能力实现内容提炼与格式适配，确保学术严谨性。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通过具体案例展示系统效果，突出实用性与高效性。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总结系统在教育场景中的实际价值，强调其普适性与可推广性。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客观分析当前不足，体现学术严谨态度，并指出后续优化路径。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重申研究成果，展望未来在智能教育工具中的深化应用。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基于大模型的PPT自动实现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面向毕业答辩的智能生成方案</a:t>
            </a:r>
          </a:p>
          <a:p>
            <a:r>
              <a:t>2026-04-15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研究背景与问题提出</a:t>
            </a:r>
          </a:p>
          <a:p>
            <a:pPr>
              <a:defRPr sz="2000"/>
            </a:pPr>
            <a:r>
              <a:t>2. 相关工作与技术基础</a:t>
            </a:r>
          </a:p>
          <a:p>
            <a:pPr>
              <a:defRPr sz="2000"/>
            </a:pPr>
            <a:r>
              <a:t>3. 整体技术方案设计</a:t>
            </a:r>
          </a:p>
          <a:p>
            <a:pPr>
              <a:defRPr sz="2000"/>
            </a:pPr>
            <a:r>
              <a:t>4. 关键实现技术</a:t>
            </a:r>
          </a:p>
          <a:p>
            <a:pPr>
              <a:defRPr sz="2000"/>
            </a:pPr>
            <a:r>
              <a:t>5. 系统演示与生成示例</a:t>
            </a:r>
          </a:p>
          <a:p>
            <a:pPr>
              <a:defRPr sz="2000"/>
            </a:pPr>
            <a:r>
              <a:t>6. 优势与应用价值</a:t>
            </a:r>
          </a:p>
          <a:p>
            <a:pPr>
              <a:defRPr sz="2000"/>
            </a:pPr>
            <a:r>
              <a:t>7. 局限性与改进方向</a:t>
            </a:r>
          </a:p>
          <a:p>
            <a:pPr>
              <a:defRPr sz="2000"/>
            </a:pPr>
            <a:r>
              <a:t>8.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研究背景与问题提出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毕业答辩PPT制作耗时长、结构不规范、内容组织困难</a:t>
            </a:r>
          </a:p>
          <a:p>
            <a:pPr>
              <a:defRPr sz="2000"/>
            </a:pPr>
            <a:r>
              <a:t>现有模板工具缺乏语义理解与内容生成能力</a:t>
            </a:r>
          </a:p>
          <a:p>
            <a:pPr>
              <a:defRPr sz="2000"/>
            </a:pPr>
            <a:r>
              <a:t>大语言模型（LLM）在文本理解与生成方面取得突破</a:t>
            </a:r>
          </a:p>
          <a:p>
            <a:pPr>
              <a:defRPr sz="2000"/>
            </a:pPr>
            <a:r>
              <a:t>如何将大模型能力应用于学术PPT自动化生成？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相关工作与技术基础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传统PPT工具：PowerPoint、Canva等依赖人工输入</a:t>
            </a:r>
          </a:p>
          <a:p>
            <a:pPr>
              <a:defRPr sz="2000"/>
            </a:pPr>
            <a:r>
              <a:t>AI辅助写作工具：如Notion AI、Grammarly侧重文本润色</a:t>
            </a:r>
          </a:p>
          <a:p>
            <a:pPr>
              <a:defRPr sz="2000"/>
            </a:pPr>
            <a:r>
              <a:t>大模型在文档摘要、结构化输出中的应用进展</a:t>
            </a:r>
          </a:p>
          <a:p>
            <a:pPr>
              <a:defRPr sz="2000"/>
            </a:pPr>
            <a:r>
              <a:t>现有研究尚未系统解决‘从论文到答辩PPT’的端到端生成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整体技术方案设计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输入：毕业论文全文或核心章节（摘要、方法、结果等）</a:t>
            </a:r>
          </a:p>
          <a:p>
            <a:pPr>
              <a:defRPr sz="2000"/>
            </a:pPr>
            <a:r>
              <a:t>处理流程：语义解析 → 内容提炼 → 结构映射 → PPT模板填充</a:t>
            </a:r>
          </a:p>
          <a:p>
            <a:pPr>
              <a:defRPr sz="2000"/>
            </a:pPr>
            <a:r>
              <a:t>核心模块：段落分类器、要点抽取器、幻灯片布局引擎</a:t>
            </a:r>
          </a:p>
          <a:p>
            <a:pPr>
              <a:defRPr sz="2000"/>
            </a:pPr>
            <a:r>
              <a:t>输出：符合学术规范的8页答辩PPT（含标题、目录、结论等）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关键实现技术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基于Prompt Engineering的章节识别与内容切分</a:t>
            </a:r>
          </a:p>
          <a:p>
            <a:pPr>
              <a:defRPr sz="2000"/>
            </a:pPr>
            <a:r>
              <a:t>使用LLM进行要点压缩与学术语言规范化</a:t>
            </a:r>
          </a:p>
          <a:p>
            <a:pPr>
              <a:defRPr sz="2000"/>
            </a:pPr>
            <a:r>
              <a:t>预设学术答辩模板库（含图表占位、引用格式等）</a:t>
            </a:r>
          </a:p>
          <a:p>
            <a:pPr>
              <a:defRPr sz="2000"/>
            </a:pPr>
            <a:r>
              <a:t>支持用户交互微调：调整页数、重点强调内容等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系统演示与生成示例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输入一篇计算机专业毕业论文摘要与方法章节</a:t>
            </a:r>
          </a:p>
          <a:p>
            <a:pPr>
              <a:defRPr sz="2000"/>
            </a:pPr>
            <a:r>
              <a:t>系统自动生成8页PPT：含研究背景、方法、实验、结论</a:t>
            </a:r>
          </a:p>
          <a:p>
            <a:pPr>
              <a:defRPr sz="2000"/>
            </a:pPr>
            <a:r>
              <a:t>内容逻辑连贯，术语准确，排版符合学术规范</a:t>
            </a:r>
          </a:p>
          <a:p>
            <a:pPr>
              <a:defRPr sz="2000"/>
            </a:pPr>
            <a:r>
              <a:t>生成时间小于30秒，显著提升准备效率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优势与应用价值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降低学生PPT制作门槛，聚焦核心研究内容表达</a:t>
            </a:r>
          </a:p>
          <a:p>
            <a:pPr>
              <a:defRPr sz="2000"/>
            </a:pPr>
            <a:r>
              <a:t>保证结构完整性与学术规范性，减少格式错误</a:t>
            </a:r>
          </a:p>
          <a:p>
            <a:pPr>
              <a:defRPr sz="2000"/>
            </a:pPr>
            <a:r>
              <a:t>可扩展至课程汇报、项目答辩等多种场景</a:t>
            </a:r>
          </a:p>
          <a:p>
            <a:pPr>
              <a:defRPr sz="2000"/>
            </a:pPr>
            <a:r>
              <a:t>为教育智能化提供轻量化工具支持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局限性与改进方向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对论文质量依赖较强，低质量输入影响输出效果</a:t>
            </a:r>
          </a:p>
          <a:p>
            <a:pPr>
              <a:defRPr sz="2000"/>
            </a:pPr>
            <a:r>
              <a:t>图表、公式等非文本内容尚需手动补充</a:t>
            </a:r>
          </a:p>
          <a:p>
            <a:pPr>
              <a:defRPr sz="2000"/>
            </a:pPr>
            <a:r>
              <a:t>个性化风格支持有限，未来可引入多模板选择</a:t>
            </a:r>
          </a:p>
          <a:p>
            <a:pPr>
              <a:defRPr sz="2000"/>
            </a:pPr>
            <a:r>
              <a:t>需进一步优化领域适应能力（如医学、工程等）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成功构建基于大模型的毕业答辩PPT自动生成原型系统</a:t>
            </a:r>
          </a:p>
          <a:p>
            <a:pPr>
              <a:defRPr sz="2000"/>
            </a:pPr>
            <a:r>
              <a:t>验证了LLM在学术内容结构化输出中的有效性</a:t>
            </a:r>
          </a:p>
          <a:p>
            <a:pPr>
              <a:defRPr sz="2000"/>
            </a:pPr>
            <a:r>
              <a:t>未来将集成多模态能力，支持图表自动嵌入</a:t>
            </a:r>
          </a:p>
          <a:p>
            <a:pPr>
              <a:defRPr sz="2000"/>
            </a:pPr>
            <a:r>
              <a:t>探索与高校教务系统对接，服务大规模教学场景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本次汇报围绕“基于大模型的PPT自动实现”完成自动化内容生成。</a:t>
            </a:r>
          </a:p>
          <a:p>
            <a:pPr>
              <a:defRPr sz="2000"/>
            </a:pPr>
            <a:r>
              <a:t>系统支持主题驱动和参考资料驱动两种模式。</a:t>
            </a:r>
          </a:p>
          <a:p>
            <a:pPr>
              <a:defRPr sz="2000"/>
            </a:pPr>
            <a:r>
              <a:t>后续可扩展多模板风格、图文增强与讲稿导出。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