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从行业痛点出发，说明本课题的现实意义和必要性，强调平台建设的紧迫性。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明确平台要解决的关键问题，体现需求导向的设计思路。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重点讲解各层技术选型理由，突出架构的合理性与可扩展性。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聚焦创新点与技术难点，展示个人在系统开发中的核心贡献。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结合截图或录屏简要说明核心功能，强调用户体验与实用性。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用量化指标说明平台成效，体现工程实践价值。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凝练成果，突出个人工作亮点与学术/工程贡献。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展示持续改进思路，体现对技术趋势的把握和项目延展性。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商业大数据分析平台的设计与实现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毕业设计答辩汇报</a:t>
            </a:r>
          </a:p>
          <a:p>
            <a:r>
              <a:t>2026-04-16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研究背景与问题提出</a:t>
            </a:r>
          </a:p>
          <a:p>
            <a:pPr>
              <a:defRPr sz="2000"/>
            </a:pPr>
            <a:r>
              <a:t>2. 平台设计目标与核心需求</a:t>
            </a:r>
          </a:p>
          <a:p>
            <a:pPr>
              <a:defRPr sz="2000"/>
            </a:pPr>
            <a:r>
              <a:t>3. 整体架构设计</a:t>
            </a:r>
          </a:p>
          <a:p>
            <a:pPr>
              <a:defRPr sz="2000"/>
            </a:pPr>
            <a:r>
              <a:t>4. 关键技术实现</a:t>
            </a:r>
          </a:p>
          <a:p>
            <a:pPr>
              <a:defRPr sz="2000"/>
            </a:pPr>
            <a:r>
              <a:t>5. 平台功能演示</a:t>
            </a:r>
          </a:p>
          <a:p>
            <a:pPr>
              <a:defRPr sz="2000"/>
            </a:pPr>
            <a:r>
              <a:t>6. 应用效果与业务价值</a:t>
            </a:r>
          </a:p>
          <a:p>
            <a:pPr>
              <a:defRPr sz="2000"/>
            </a:pPr>
            <a:r>
              <a:t>7. 总结与创新点</a:t>
            </a:r>
          </a:p>
          <a:p>
            <a:pPr>
              <a:defRPr sz="2000"/>
            </a:pPr>
            <a:r>
              <a:t>8. 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研究背景与问题提出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数字经济时代，企业数据呈爆炸式增长，传统分析工具难以应对高维、异构、实时数据</a:t>
            </a:r>
          </a:p>
          <a:p>
            <a:pPr>
              <a:defRPr sz="2000"/>
            </a:pPr>
            <a:r>
              <a:t>中小企业普遍缺乏高效、低成本的大数据分析能力，存在数据孤岛和决策滞后问题</a:t>
            </a:r>
          </a:p>
          <a:p>
            <a:pPr>
              <a:defRPr sz="2000"/>
            </a:pPr>
            <a:r>
              <a:t>现有开源平台（如Hadoop、Spark）配置复杂，业务人员使用门槛高</a:t>
            </a:r>
          </a:p>
          <a:p>
            <a:pPr>
              <a:defRPr sz="2000"/>
            </a:pPr>
            <a:r>
              <a:t>亟需构建一个集成化、易用性强、支持可视化分析的商业大数据平台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平台设计目标与核心需求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支持多源数据接入（结构化数据库、日志、API、CSV等）</a:t>
            </a:r>
          </a:p>
          <a:p>
            <a:pPr>
              <a:defRPr sz="2000"/>
            </a:pPr>
            <a:r>
              <a:t>提供低代码/可视化分析界面，降低业务人员使用门槛</a:t>
            </a:r>
          </a:p>
          <a:p>
            <a:pPr>
              <a:defRPr sz="2000"/>
            </a:pPr>
            <a:r>
              <a:t>具备实时与批处理混合计算能力，满足不同场景需求</a:t>
            </a:r>
          </a:p>
          <a:p>
            <a:pPr>
              <a:defRPr sz="2000"/>
            </a:pPr>
            <a:r>
              <a:t>保障数据安全与权限控制，符合企业级合规要求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采用分层架构：数据接入层 → 存储计算层 → 服务层 → 应用展示层</a:t>
            </a:r>
          </a:p>
          <a:p>
            <a:pPr>
              <a:defRPr sz="2000"/>
            </a:pPr>
            <a:r>
              <a:t>数据接入层：基于Kafka + Flume实现流批一体数据采集</a:t>
            </a:r>
          </a:p>
          <a:p>
            <a:pPr>
              <a:defRPr sz="2000"/>
            </a:pPr>
            <a:r>
              <a:t>存储计算层：HDFS + Spark + ClickHouse组合，兼顾批处理与实时查询</a:t>
            </a:r>
          </a:p>
          <a:p>
            <a:pPr>
              <a:defRPr sz="2000"/>
            </a:pPr>
            <a:r>
              <a:t>应用层：基于React开发Web前端，集成ECharts与自定义BI组件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关键技术实现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实现统一元数据管理，自动识别字段类型并生成数据字典</a:t>
            </a:r>
          </a:p>
          <a:p>
            <a:pPr>
              <a:defRPr sz="2000"/>
            </a:pPr>
            <a:r>
              <a:t>开发拖拽式ETL流程设计器，支持SQL与图形化操作混合编排</a:t>
            </a:r>
          </a:p>
          <a:p>
            <a:pPr>
              <a:defRPr sz="2000"/>
            </a:pPr>
            <a:r>
              <a:t>集成Spark SQL引擎，优化查询性能，响应时间控制在3秒内（千万级数据）</a:t>
            </a:r>
          </a:p>
          <a:p>
            <a:pPr>
              <a:defRPr sz="2000"/>
            </a:pPr>
            <a:r>
              <a:t>采用RBAC模型实现细粒度权限控制，支持部门/角色/用户三级授权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平台功能演示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数据源配置：一键接入MySQL、Excel、REST API等常见数据源</a:t>
            </a:r>
          </a:p>
          <a:p>
            <a:pPr>
              <a:defRPr sz="2000"/>
            </a:pPr>
            <a:r>
              <a:t>可视化看板：自由组合图表类型，支持下钻、联动、筛选等交互</a:t>
            </a:r>
          </a:p>
          <a:p>
            <a:pPr>
              <a:defRPr sz="2000"/>
            </a:pPr>
            <a:r>
              <a:t>智能预警：设置阈值规则，异常指标自动邮件/短信通知</a:t>
            </a:r>
          </a:p>
          <a:p>
            <a:pPr>
              <a:defRPr sz="2000"/>
            </a:pPr>
            <a:r>
              <a:t>报表导出：支持PDF、Excel格式，满足企业归档与汇报需求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应用效果与业务价值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在模拟电商场景中，用户行为分析效率提升60%，营销响应速度显著加快</a:t>
            </a:r>
          </a:p>
          <a:p>
            <a:pPr>
              <a:defRPr sz="2000"/>
            </a:pPr>
            <a:r>
              <a:t>相比传统Excel手工处理，数据错误率下降85%，决策依据更可靠</a:t>
            </a:r>
          </a:p>
          <a:p>
            <a:pPr>
              <a:defRPr sz="2000"/>
            </a:pPr>
            <a:r>
              <a:t>平台部署成本仅为商业BI软件的1/5，适合中小企业快速落地</a:t>
            </a:r>
          </a:p>
          <a:p>
            <a:pPr>
              <a:defRPr sz="2000"/>
            </a:pPr>
            <a:r>
              <a:t>获得校企合作单位试用反馈，认可其易用性与稳定性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成功构建了一个轻量级、高可用的商业大数据分析平台原型</a:t>
            </a:r>
          </a:p>
          <a:p>
            <a:pPr>
              <a:defRPr sz="2000"/>
            </a:pPr>
            <a:r>
              <a:t>创新性融合低代码ETL与实时OLAP，降低技术门槛</a:t>
            </a:r>
          </a:p>
          <a:p>
            <a:pPr>
              <a:defRPr sz="2000"/>
            </a:pPr>
            <a:r>
              <a:t>实现从数据采集到决策支持的端到端闭环</a:t>
            </a:r>
          </a:p>
          <a:p>
            <a:pPr>
              <a:defRPr sz="2000"/>
            </a:pPr>
            <a:r>
              <a:t>项目代码已开源，具备良好的可复用性和教学示范价值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引入AI预测模块，支持销量预测、客户流失预警等高级分析</a:t>
            </a:r>
          </a:p>
          <a:p>
            <a:pPr>
              <a:defRPr sz="2000"/>
            </a:pPr>
            <a:r>
              <a:t>优化移动端适配，支持微信小程序或APP端查看关键指标</a:t>
            </a:r>
          </a:p>
          <a:p>
            <a:pPr>
              <a:defRPr sz="2000"/>
            </a:pPr>
            <a:r>
              <a:t>探索与云原生架构融合，支持Kubernetes自动扩缩容</a:t>
            </a:r>
          </a:p>
          <a:p>
            <a:pPr>
              <a:defRPr sz="2000"/>
            </a:pPr>
            <a:r>
              <a:t>计划申请软件著作权，并推动在校内实训课程中应用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本次汇报围绕“商业大数据分析平台的设计与实现”完成自动化内容生成。</a:t>
            </a:r>
          </a:p>
          <a:p>
            <a:pPr>
              <a:defRPr sz="2000"/>
            </a:pPr>
            <a:r>
              <a:t>系统支持主题驱动和参考资料驱动两种模式。</a:t>
            </a:r>
          </a:p>
          <a:p>
            <a:pPr>
              <a:defRPr sz="2000"/>
            </a:pPr>
            <a:r>
              <a:t>后续可扩展多模板风格、图文增强与讲稿导出。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