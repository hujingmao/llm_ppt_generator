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介绍当前PPT制作痛点，引出利用大模型提升效率的必要性。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明确系统定位：服务于高校学生在答辩等关键场景下的高效表达需求。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概述系统整体设计思路，强调数据流与模块协同关系。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重点说明如何将原始资料转化为可检索的知识库。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解释RAG机制如何提升生成内容的相关性与准确性。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深入讲解RAG原理及其在本系统中的具体应用价值。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展示阶段性成果，强调技术可行性与实用效果。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总结系统带来的实际效益，并展望更广泛应用空间。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收尾强调创新点，并指出持续优化方向，体现研究延续性。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基于大模型的PPT自动生成系统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面向毕业答辩场景的智能内容生成方案</a:t>
            </a:r>
          </a:p>
          <a:p>
            <a:r>
              <a:t>2026-04-17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目录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1. 研究背景与问题提出</a:t>
            </a:r>
          </a:p>
          <a:p>
            <a:pPr>
              <a:defRPr sz="2000"/>
            </a:pPr>
            <a:r>
              <a:t>2. 项目目标与应用场景</a:t>
            </a:r>
          </a:p>
          <a:p>
            <a:pPr>
              <a:defRPr sz="2000"/>
            </a:pPr>
            <a:r>
              <a:t>3. 系统总体架构</a:t>
            </a:r>
          </a:p>
          <a:p>
            <a:pPr>
              <a:defRPr sz="2000"/>
            </a:pPr>
            <a:r>
              <a:t>4. 核心功能模块（一）</a:t>
            </a:r>
          </a:p>
          <a:p>
            <a:pPr>
              <a:defRPr sz="2000"/>
            </a:pPr>
            <a:r>
              <a:t>5. 核心功能模块（二）</a:t>
            </a:r>
          </a:p>
          <a:p>
            <a:pPr>
              <a:defRPr sz="2000"/>
            </a:pPr>
            <a:r>
              <a:t>6. 关键技术：检索增强生成（RAG）</a:t>
            </a:r>
          </a:p>
          <a:p>
            <a:pPr>
              <a:defRPr sz="2000"/>
            </a:pPr>
            <a:r>
              <a:t>7. 当前进展与验证结果</a:t>
            </a:r>
          </a:p>
          <a:p>
            <a:pPr>
              <a:defRPr sz="2000"/>
            </a:pPr>
            <a:r>
              <a:t>8. 应用价值与推广前景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研究背景与问题提出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传统PPT制作流程繁琐，需大量人工整理资料、梳理逻辑与排版设计</a:t>
            </a:r>
          </a:p>
          <a:p>
            <a:pPr>
              <a:defRPr sz="2000"/>
            </a:pPr>
            <a:r>
              <a:t>毕业答辩等高频场景对内容准确性与表达效率要求高</a:t>
            </a:r>
          </a:p>
          <a:p>
            <a:pPr>
              <a:defRPr sz="2000"/>
            </a:pPr>
            <a:r>
              <a:t>大语言模型具备强大的文本理解与生成能力，为自动化PPT生成提供可能</a:t>
            </a:r>
          </a:p>
          <a:p>
            <a:pPr>
              <a:defRPr sz="2000"/>
            </a:pPr>
            <a:r>
              <a:t>现有工具缺乏对用户参考资料的深度利用与结构化输出支持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项目目标与应用场景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实现从主题或参考资料到完整PPT的端到端自动生成</a:t>
            </a:r>
          </a:p>
          <a:p>
            <a:pPr>
              <a:defRPr sz="2000"/>
            </a:pPr>
            <a:r>
              <a:t>显著降低内容组织门槛，提升毕业答辩准备效率</a:t>
            </a:r>
          </a:p>
          <a:p>
            <a:pPr>
              <a:defRPr sz="2000"/>
            </a:pPr>
            <a:r>
              <a:t>支持课程汇报、项目展示、学术答辩等教育场景</a:t>
            </a:r>
          </a:p>
          <a:p>
            <a:pPr>
              <a:defRPr sz="2000"/>
            </a:pPr>
            <a:r>
              <a:t>生成结果可编辑、结构清晰、符合学术规范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系统总体架构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采用“资料输入—知识检索—内容生成—PPT导出”四阶段流程</a:t>
            </a:r>
          </a:p>
          <a:p>
            <a:pPr>
              <a:defRPr sz="2000"/>
            </a:pPr>
            <a:r>
              <a:t>融合用户输入主题与上传文本，构建个性化知识源</a:t>
            </a:r>
          </a:p>
          <a:p>
            <a:pPr>
              <a:defRPr sz="2000"/>
            </a:pPr>
            <a:r>
              <a:t>通过向量数据库实现语义级知识检索</a:t>
            </a:r>
          </a:p>
          <a:p>
            <a:pPr>
              <a:defRPr sz="2000"/>
            </a:pPr>
            <a:r>
              <a:t>结合大模型与检索结果，生成结构化演示内容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核心功能模块（一）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资料输入模块：支持纯文本主题或PDF/Word等格式上传</a:t>
            </a:r>
          </a:p>
          <a:p>
            <a:pPr>
              <a:defRPr sz="2000"/>
            </a:pPr>
            <a:r>
              <a:t>文本预处理与知识库构建：清洗、切分、向量化并存入向量数据库</a:t>
            </a:r>
          </a:p>
          <a:p>
            <a:pPr>
              <a:defRPr sz="2000"/>
            </a:pPr>
            <a:r>
              <a:t>采用嵌入模型（如text-embedding-ada-002）实现语义表示</a:t>
            </a:r>
          </a:p>
          <a:p>
            <a:pPr>
              <a:defRPr sz="2000"/>
            </a:pPr>
            <a:r>
              <a:t>支持多文档融合，避免信息孤岛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核心功能模块（二）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检索增强生成（RAG）：根据主题动态召回相关知识片段</a:t>
            </a:r>
          </a:p>
          <a:p>
            <a:pPr>
              <a:defRPr sz="2000"/>
            </a:pPr>
            <a:r>
              <a:t>PPT大纲生成：自动规划页数、章节结构与页面标题</a:t>
            </a:r>
          </a:p>
          <a:p>
            <a:pPr>
              <a:defRPr sz="2000"/>
            </a:pPr>
            <a:r>
              <a:t>逐页内容生成：每页输出标题、3–5个要点及简要说明</a:t>
            </a:r>
          </a:p>
          <a:p>
            <a:pPr>
              <a:defRPr sz="2000"/>
            </a:pPr>
            <a:r>
              <a:t>内容适配演示场景，避免冗长段落，突出关键词与逻辑链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关键技术：检索增强生成（RAG）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RAG = 检索（Retrieval） + 生成（Generation）</a:t>
            </a:r>
          </a:p>
          <a:p>
            <a:pPr>
              <a:defRPr sz="2000"/>
            </a:pPr>
            <a:r>
              <a:t>先从知识库中检索与主题最相关的文本片段</a:t>
            </a:r>
          </a:p>
          <a:p>
            <a:pPr>
              <a:defRPr sz="2000"/>
            </a:pPr>
            <a:r>
              <a:t>将检索结果作为上下文输入大语言模型，约束生成内容</a:t>
            </a:r>
          </a:p>
          <a:p>
            <a:pPr>
              <a:defRPr sz="2000"/>
            </a:pPr>
            <a:r>
              <a:t>有效缓解大模型幻觉问题，提升事实一致性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当前进展与验证结果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已完成知识库构建与RAG内容生成模块开发</a:t>
            </a:r>
          </a:p>
          <a:p>
            <a:pPr>
              <a:defRPr sz="2000"/>
            </a:pPr>
            <a:r>
              <a:t>系统可基于上传资料生成主题相关回答，准确率显著优于纯生成模式</a:t>
            </a:r>
          </a:p>
          <a:p>
            <a:pPr>
              <a:defRPr sz="2000"/>
            </a:pPr>
            <a:r>
              <a:t>初步实现大纲与页面内容的结构化输出</a:t>
            </a:r>
          </a:p>
          <a:p>
            <a:pPr>
              <a:defRPr sz="2000"/>
            </a:pPr>
            <a:r>
              <a:t>已支持导出为标准.pptx格式，兼容PowerPoint与WPS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应用价值与推广前景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降低毕业答辩PPT制作时间成本50%以上（预估）</a:t>
            </a:r>
          </a:p>
          <a:p>
            <a:pPr>
              <a:defRPr sz="2000"/>
            </a:pPr>
            <a:r>
              <a:t>提升内容逻辑性与学术规范性，助力学生更好展示研究成果</a:t>
            </a:r>
          </a:p>
          <a:p>
            <a:pPr>
              <a:defRPr sz="2000"/>
            </a:pPr>
            <a:r>
              <a:t>可扩展至企业汇报、产品路演、教学课件等多元场景</a:t>
            </a:r>
          </a:p>
          <a:p>
            <a:pPr>
              <a:defRPr sz="2000"/>
            </a:pPr>
            <a:r>
              <a:t>为AI辅助学术写作与表达提供新范式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总结与未来工作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本系统融合大模型与检索增强技术，实现PPT智能生成</a:t>
            </a:r>
          </a:p>
          <a:p>
            <a:pPr>
              <a:defRPr sz="2000"/>
            </a:pPr>
            <a:r>
              <a:t>已在核心模块完成技术验证，具备落地基础</a:t>
            </a:r>
          </a:p>
          <a:p>
            <a:pPr>
              <a:defRPr sz="2000"/>
            </a:pPr>
            <a:r>
              <a:t>下一步将优化模板适配、图表生成与多语言支持</a:t>
            </a:r>
          </a:p>
          <a:p>
            <a:pPr>
              <a:defRPr sz="2000"/>
            </a:pPr>
            <a:r>
              <a:t>计划开展用户实测，收集反馈以迭代改进生成质量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总结与展望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本次汇报围绕“基于大模型的PPT自动生成系统”完成自动化内容生成。</a:t>
            </a:r>
          </a:p>
          <a:p>
            <a:pPr>
              <a:defRPr sz="2000"/>
            </a:pPr>
            <a:r>
              <a:t>系统支持主题驱动和参考资料驱动两种模式。</a:t>
            </a:r>
          </a:p>
          <a:p>
            <a:pPr>
              <a:defRPr sz="2000"/>
            </a:pPr>
            <a:r>
              <a:t>后续可扩展多模板风格、图文增强与讲稿导出。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