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介绍当前PPT制作痛点，引出利用大模型提升效率的必要性。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明确系统定位：不是替代思考，而是辅助高效表达学术成果。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强调系统并非纯生成，而是以参考资料为锚点，保障内容可信度。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重点说明RAG如何解决“幻觉”问题，确保答辩内容有据可依。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通过实例展示系统如何将抽象主题转化为具体页面结构。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说明系统已具备端到端原型能力，非纯理论构想。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强调系统不仅提升效率，更促进学术表达的公平性与规范性。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收尾强调创新性与可持续性，呼应答辩主题完整性。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基于大模型的PPT自动生成系统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面向毕业答辩场景的智能内容生成方案</a:t>
            </a:r>
          </a:p>
          <a:p>
            <a:r>
              <a:t>2026-04-16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研究背景与问题提出</a:t>
            </a:r>
          </a:p>
          <a:p>
            <a:pPr>
              <a:defRPr sz="2000"/>
            </a:pPr>
            <a:r>
              <a:t>2. 系统目标与应用场景</a:t>
            </a:r>
          </a:p>
          <a:p>
            <a:pPr>
              <a:defRPr sz="2000"/>
            </a:pPr>
            <a:r>
              <a:t>3. 整体技术架构</a:t>
            </a:r>
          </a:p>
          <a:p>
            <a:pPr>
              <a:defRPr sz="2000"/>
            </a:pPr>
            <a:r>
              <a:t>4. 核心功能模块</a:t>
            </a:r>
          </a:p>
          <a:p>
            <a:pPr>
              <a:defRPr sz="2000"/>
            </a:pPr>
            <a:r>
              <a:t>5. 内容生成逻辑示例</a:t>
            </a:r>
          </a:p>
          <a:p>
            <a:pPr>
              <a:defRPr sz="2000"/>
            </a:pPr>
            <a:r>
              <a:t>6. 当前进展与验证</a:t>
            </a:r>
          </a:p>
          <a:p>
            <a:pPr>
              <a:defRPr sz="2000"/>
            </a:pPr>
            <a:r>
              <a:t>7. 应用价值与意义</a:t>
            </a:r>
          </a:p>
          <a:p>
            <a:pPr>
              <a:defRPr sz="2000"/>
            </a:pPr>
            <a:r>
              <a:t>8. 总结与未来展望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研究背景与问题提出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传统PPT制作流程繁琐，需大量人工梳理逻辑、组织内容与排版设计</a:t>
            </a:r>
          </a:p>
          <a:p>
            <a:pPr>
              <a:defRPr sz="2000"/>
            </a:pPr>
            <a:r>
              <a:t>毕业答辩等学术场景对内容准确性、结构清晰性要求高</a:t>
            </a:r>
          </a:p>
          <a:p>
            <a:pPr>
              <a:defRPr sz="2000"/>
            </a:pPr>
            <a:r>
              <a:t>大语言模型具备文本理解、逻辑归纳与内容生成能力，可赋能自动化创作</a:t>
            </a:r>
          </a:p>
          <a:p>
            <a:pPr>
              <a:defRPr sz="2000"/>
            </a:pPr>
            <a:r>
              <a:t>现有工具缺乏结合领域知识与语义理解的智能生成机制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系统目标与应用场景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根据用户输入主题或上传资料，自动生成结构完整、内容准确的答辩PPT</a:t>
            </a:r>
          </a:p>
          <a:p>
            <a:pPr>
              <a:defRPr sz="2000"/>
            </a:pPr>
            <a:r>
              <a:t>支持8页左右学术答辩结构，覆盖背景、方法、结果与总结</a:t>
            </a:r>
          </a:p>
          <a:p>
            <a:pPr>
              <a:defRPr sz="2000"/>
            </a:pPr>
            <a:r>
              <a:t>聚焦毕业答辩、课程汇报等教育场景，兼顾可扩展性</a:t>
            </a:r>
          </a:p>
          <a:p>
            <a:pPr>
              <a:defRPr sz="2000"/>
            </a:pPr>
            <a:r>
              <a:t>降低非专业用户的内容组织门槛，提升准备效率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采用“资料输入—知识检索—内容生成—PPT导出”四阶段流程</a:t>
            </a:r>
          </a:p>
          <a:p>
            <a:pPr>
              <a:defRPr sz="2000"/>
            </a:pPr>
            <a:r>
              <a:t>融合检索增强生成（RAG）技术，确保内容基于可靠参考资料</a:t>
            </a:r>
          </a:p>
          <a:p>
            <a:pPr>
              <a:defRPr sz="2000"/>
            </a:pPr>
            <a:r>
              <a:t>前端接收主题/文档，后端完成向量化存储与语义检索</a:t>
            </a:r>
          </a:p>
          <a:p>
            <a:pPr>
              <a:defRPr sz="2000"/>
            </a:pPr>
            <a:r>
              <a:t>大模型基于检索结果生成结构化演示内容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资料输入模块：支持主题文本或PDF/TXT等格式上传</a:t>
            </a:r>
          </a:p>
          <a:p>
            <a:pPr>
              <a:defRPr sz="2000"/>
            </a:pPr>
            <a:r>
              <a:t>知识库构建：文本清洗、切分、嵌入向量并存入向量数据库</a:t>
            </a:r>
          </a:p>
          <a:p>
            <a:pPr>
              <a:defRPr sz="2000"/>
            </a:pPr>
            <a:r>
              <a:t>RAG生成引擎：结合检索片段与大模型，生成精准内容</a:t>
            </a:r>
          </a:p>
          <a:p>
            <a:pPr>
              <a:defRPr sz="2000"/>
            </a:pPr>
            <a:r>
              <a:t>PPT结构化输出：自动规划页数、标题与要点，导出.pptx文件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内容生成逻辑示例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输入主题：“基于大模型的PPT自动生成系统”</a:t>
            </a:r>
          </a:p>
          <a:p>
            <a:pPr>
              <a:defRPr sz="2000"/>
            </a:pPr>
            <a:r>
              <a:t>系统自动识别需包含背景、方法、价值等学术答辩要素</a:t>
            </a:r>
          </a:p>
          <a:p>
            <a:pPr>
              <a:defRPr sz="2000"/>
            </a:pPr>
            <a:r>
              <a:t>每页生成3–5条要点，语言简洁、逻辑递进，适配口头陈述</a:t>
            </a:r>
          </a:p>
          <a:p>
            <a:pPr>
              <a:defRPr sz="2000"/>
            </a:pPr>
            <a:r>
              <a:t>例如本页即由系统根据参考资料自动生成结构建议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当前进展与验证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已完成文本预处理、向量化存储与语义检索模块开发</a:t>
            </a:r>
          </a:p>
          <a:p>
            <a:pPr>
              <a:defRPr sz="2000"/>
            </a:pPr>
            <a:r>
              <a:t>实现基于RAG的内容生成验证，能准确回应主题相关问题</a:t>
            </a:r>
          </a:p>
          <a:p>
            <a:pPr>
              <a:defRPr sz="2000"/>
            </a:pPr>
            <a:r>
              <a:t>初步支持大纲生成与逐页内容输出，结构符合学术规范</a:t>
            </a:r>
          </a:p>
          <a:p>
            <a:pPr>
              <a:defRPr sz="2000"/>
            </a:pPr>
            <a:r>
              <a:t>已集成基础PPT模板导出功能，支持后续人工微调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应用价值与意义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显著缩短毕业答辩PPT准备时间，提升内容组织效率</a:t>
            </a:r>
          </a:p>
          <a:p>
            <a:pPr>
              <a:defRPr sz="2000"/>
            </a:pPr>
            <a:r>
              <a:t>降低对非设计专业学生的表达门槛，聚焦学术内容本身</a:t>
            </a:r>
          </a:p>
          <a:p>
            <a:pPr>
              <a:defRPr sz="2000"/>
            </a:pPr>
            <a:r>
              <a:t>为教育场景提供AI辅助工具范例，具有推广潜力</a:t>
            </a:r>
          </a:p>
          <a:p>
            <a:pPr>
              <a:defRPr sz="2000"/>
            </a:pPr>
            <a:r>
              <a:t>技术框架可迁移至企业汇报、项目路演等场景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本系统融合大模型与检索增强技术，实现PPT智能生成</a:t>
            </a:r>
          </a:p>
          <a:p>
            <a:pPr>
              <a:defRPr sz="2000"/>
            </a:pPr>
            <a:r>
              <a:t>已在毕业答辩场景验证可行性，具备实用价值</a:t>
            </a:r>
          </a:p>
          <a:p>
            <a:pPr>
              <a:defRPr sz="2000"/>
            </a:pPr>
            <a:r>
              <a:t>下一步将优化模板多样性、多模态支持（图表插入）</a:t>
            </a:r>
          </a:p>
          <a:p>
            <a:pPr>
              <a:defRPr sz="2000"/>
            </a:pPr>
            <a:r>
              <a:t>探索个性化风格适配与用户反馈迭代机制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本次汇报围绕“基于大模型的PPT自动生成系统”完成自动化内容生成。</a:t>
            </a:r>
          </a:p>
          <a:p>
            <a:pPr>
              <a:defRPr sz="2000"/>
            </a:pPr>
            <a:r>
              <a:t>系统支持主题驱动和参考资料驱动两种模式。</a:t>
            </a:r>
          </a:p>
          <a:p>
            <a:pPr>
              <a:defRPr sz="2000"/>
            </a:pPr>
            <a:r>
              <a:t>后续可扩展多模板风格、图文增强与讲稿导出。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